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8" r:id="rId1"/>
  </p:sldMasterIdLst>
  <p:sldIdLst>
    <p:sldId id="256" r:id="rId2"/>
    <p:sldId id="257" r:id="rId3"/>
    <p:sldId id="258" r:id="rId4"/>
    <p:sldId id="259" r:id="rId5"/>
    <p:sldId id="260" r:id="rId6"/>
    <p:sldId id="261" r:id="rId7"/>
    <p:sldId id="263"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94" r:id="rId28"/>
    <p:sldId id="266" r:id="rId29"/>
    <p:sldId id="267" r:id="rId30"/>
    <p:sldId id="268" r:id="rId31"/>
    <p:sldId id="26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7B70DB-1DA0-47AE-9300-484C58B36095}">
          <p14:sldIdLst>
            <p14:sldId id="256"/>
            <p14:sldId id="257"/>
            <p14:sldId id="258"/>
            <p14:sldId id="259"/>
            <p14:sldId id="260"/>
            <p14:sldId id="261"/>
            <p14:sldId id="263"/>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94"/>
            <p14:sldId id="266"/>
            <p14:sldId id="267"/>
            <p14:sldId id="268"/>
          </p14:sldIdLst>
        </p14:section>
        <p14:section name="Untitled Section" id="{5A442121-F283-49B0-B0A9-14D7B91E8174}">
          <p14:sldIdLst>
            <p14:sldId id="269"/>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p:scale>
          <a:sx n="96" d="100"/>
          <a:sy n="96" d="100"/>
        </p:scale>
        <p:origin x="-82" y="1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C9B1F225-7041-4D5B-8B6E-4F847C86AA77}" type="slidenum">
              <a:rPr lang="en-US" smtClean="0"/>
              <a:t>‹#›</a:t>
            </a:fld>
            <a:endParaRPr lang="en-US"/>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9B1F225-7041-4D5B-8B6E-4F847C86AA77}" type="slidenum">
              <a:rPr lang="en-US" smtClean="0"/>
              <a:t>‹#›</a:t>
            </a:fld>
            <a:endParaRPr lang="en-US"/>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9B1F225-7041-4D5B-8B6E-4F847C86AA77}" type="slidenum">
              <a:rPr lang="en-US" smtClean="0"/>
              <a:t>‹#›</a:t>
            </a:fld>
            <a:endParaRPr lang="en-US"/>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9B1F225-7041-4D5B-8B6E-4F847C86AA77}" type="slidenum">
              <a:rPr lang="en-US" smtClean="0"/>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524000" y="274641"/>
            <a:ext cx="7416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E0F0227-6540-443C-8AD1-B7665CF42166}" type="datetimeFigureOut">
              <a:rPr lang="en-US" smtClean="0"/>
              <a:t>4/29/2023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9B1F225-7041-4D5B-8B6E-4F847C86AA7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AE0F0227-6540-443C-8AD1-B7665CF42166}" type="datetimeFigureOut">
              <a:rPr lang="en-US" smtClean="0"/>
              <a:t>4/29/2023</a:t>
            </a:fld>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C9B1F225-7041-4D5B-8B6E-4F847C86AA77}" type="slidenum">
              <a:rPr lang="en-US" smtClean="0"/>
              <a:t>‹#›</a:t>
            </a:fld>
            <a:endParaRPr lang="en-US"/>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 id="2147484028" r:id="rId10"/>
    <p:sldLayoutId id="214748402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3.jp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5.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7.jpg"/><Relationship Id="rId1" Type="http://schemas.openxmlformats.org/officeDocument/2006/relationships/slideLayout" Target="../slideLayouts/slideLayout2.xml"/><Relationship Id="rId5" Type="http://schemas.openxmlformats.org/officeDocument/2006/relationships/image" Target="../media/image29.jpg"/><Relationship Id="rId4" Type="http://schemas.openxmlformats.org/officeDocument/2006/relationships/image" Target="../media/image28.jpg"/></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30.jpg"/><Relationship Id="rId1" Type="http://schemas.openxmlformats.org/officeDocument/2006/relationships/slideLayout" Target="../slideLayouts/slideLayout2.xml"/><Relationship Id="rId5" Type="http://schemas.openxmlformats.org/officeDocument/2006/relationships/image" Target="../media/image32.jpg"/><Relationship Id="rId4" Type="http://schemas.openxmlformats.org/officeDocument/2006/relationships/image" Target="../media/image31.jpg"/></Relationships>
</file>

<file path=ppt/slides/_rels/slide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D0123-0CCA-ED0C-B543-8A5938E7F3D4}"/>
              </a:ext>
            </a:extLst>
          </p:cNvPr>
          <p:cNvSpPr>
            <a:spLocks noGrp="1"/>
          </p:cNvSpPr>
          <p:nvPr>
            <p:ph type="ctrTitle"/>
          </p:nvPr>
        </p:nvSpPr>
        <p:spPr>
          <a:xfrm>
            <a:off x="1507067" y="12899"/>
            <a:ext cx="7766936" cy="1199104"/>
          </a:xfrm>
        </p:spPr>
        <p:txBody>
          <a:bodyPr/>
          <a:lstStyle/>
          <a:p>
            <a:pPr algn="ctr"/>
            <a:r>
              <a:rPr lang="en-US" sz="6600" dirty="0" smtClean="0">
                <a:latin typeface="Algerian" panose="04020705040A02060702" pitchFamily="82" charset="0"/>
              </a:rPr>
              <a:t>Helping Hands</a:t>
            </a:r>
            <a:endParaRPr lang="en-US" sz="6600" dirty="0">
              <a:latin typeface="Algerian" panose="04020705040A02060702" pitchFamily="82" charset="0"/>
            </a:endParaRPr>
          </a:p>
        </p:txBody>
      </p:sp>
      <p:sp>
        <p:nvSpPr>
          <p:cNvPr id="3" name="Subtitle 2">
            <a:extLst>
              <a:ext uri="{FF2B5EF4-FFF2-40B4-BE49-F238E27FC236}">
                <a16:creationId xmlns="" xmlns:a16="http://schemas.microsoft.com/office/drawing/2014/main" id="{8E838067-F699-5B0B-9C4A-5AD09A34B31B}"/>
              </a:ext>
            </a:extLst>
          </p:cNvPr>
          <p:cNvSpPr>
            <a:spLocks noGrp="1"/>
          </p:cNvSpPr>
          <p:nvPr>
            <p:ph type="subTitle" idx="1"/>
          </p:nvPr>
        </p:nvSpPr>
        <p:spPr>
          <a:xfrm>
            <a:off x="1507067" y="1749288"/>
            <a:ext cx="7766936" cy="4770564"/>
          </a:xfrm>
        </p:spPr>
        <p:txBody>
          <a:bodyPr/>
          <a:lstStyle/>
          <a:p>
            <a:pPr marL="0" lvl="0" indent="0" algn="ctr">
              <a:buNone/>
            </a:pPr>
            <a:r>
              <a:rPr lang="en-US" sz="2400" dirty="0">
                <a:solidFill>
                  <a:schemeClr val="tx1"/>
                </a:solidFill>
                <a:latin typeface="Arial" pitchFamily="34" charset="0"/>
                <a:cs typeface="Arial" pitchFamily="34" charset="0"/>
              </a:rPr>
              <a:t>Department of Computer Science and Engineering </a:t>
            </a:r>
          </a:p>
          <a:p>
            <a:pPr marL="0" lvl="0" indent="0" algn="ctr">
              <a:buNone/>
            </a:pPr>
            <a:r>
              <a:rPr lang="en-US" sz="2400" dirty="0">
                <a:solidFill>
                  <a:schemeClr val="tx1"/>
                </a:solidFill>
                <a:latin typeface="Arial" pitchFamily="34" charset="0"/>
                <a:cs typeface="Arial" pitchFamily="34" charset="0"/>
              </a:rPr>
              <a:t>(Supervisor:  </a:t>
            </a:r>
            <a:r>
              <a:rPr lang="en-US" sz="2400" b="1" dirty="0">
                <a:solidFill>
                  <a:schemeClr val="tx1"/>
                </a:solidFill>
                <a:latin typeface="Arial" pitchFamily="34" charset="0"/>
                <a:cs typeface="Arial" pitchFamily="34" charset="0"/>
              </a:rPr>
              <a:t>Mr. Rohit Chaudhary</a:t>
            </a:r>
            <a:r>
              <a:rPr lang="en-US" sz="2400" dirty="0">
                <a:solidFill>
                  <a:schemeClr val="tx1"/>
                </a:solidFill>
                <a:latin typeface="Arial" pitchFamily="34" charset="0"/>
                <a:cs typeface="Arial" pitchFamily="34" charset="0"/>
              </a:rPr>
              <a:t>)</a:t>
            </a:r>
          </a:p>
          <a:p>
            <a:pPr marL="0" lvl="0" indent="0" algn="ctr">
              <a:buNone/>
            </a:pPr>
            <a:endParaRPr lang="en-US" sz="2400" dirty="0">
              <a:solidFill>
                <a:schemeClr val="tx1"/>
              </a:solidFill>
              <a:latin typeface="Arial" pitchFamily="34" charset="0"/>
              <a:cs typeface="Arial" pitchFamily="34" charset="0"/>
            </a:endParaRPr>
          </a:p>
          <a:p>
            <a:endParaRPr lang="en-US" dirty="0"/>
          </a:p>
        </p:txBody>
      </p:sp>
      <p:pic>
        <p:nvPicPr>
          <p:cNvPr id="4" name="Picture 3">
            <a:extLst>
              <a:ext uri="{FF2B5EF4-FFF2-40B4-BE49-F238E27FC236}">
                <a16:creationId xmlns="" xmlns:a16="http://schemas.microsoft.com/office/drawing/2014/main" id="{F1CB7843-E27E-4991-05CF-D6E06B077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8575" y="3061252"/>
            <a:ext cx="3127512" cy="1122983"/>
          </a:xfrm>
          <a:prstGeom prst="rect">
            <a:avLst/>
          </a:prstGeom>
        </p:spPr>
      </p:pic>
      <p:graphicFrame>
        <p:nvGraphicFramePr>
          <p:cNvPr id="5" name="Table 5">
            <a:extLst>
              <a:ext uri="{FF2B5EF4-FFF2-40B4-BE49-F238E27FC236}">
                <a16:creationId xmlns="" xmlns:a16="http://schemas.microsoft.com/office/drawing/2014/main" id="{9FD4B801-00AD-B46B-BAD3-F4814AD37839}"/>
              </a:ext>
            </a:extLst>
          </p:cNvPr>
          <p:cNvGraphicFramePr>
            <a:graphicFrameLocks noGrp="1"/>
          </p:cNvGraphicFramePr>
          <p:nvPr>
            <p:extLst>
              <p:ext uri="{D42A27DB-BD31-4B8C-83A1-F6EECF244321}">
                <p14:modId xmlns:p14="http://schemas.microsoft.com/office/powerpoint/2010/main" val="2946161609"/>
              </p:ext>
            </p:extLst>
          </p:nvPr>
        </p:nvGraphicFramePr>
        <p:xfrm>
          <a:off x="1774907" y="4613241"/>
          <a:ext cx="8127999" cy="182880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2574783363"/>
                    </a:ext>
                  </a:extLst>
                </a:gridCol>
                <a:gridCol w="2709333">
                  <a:extLst>
                    <a:ext uri="{9D8B030D-6E8A-4147-A177-3AD203B41FA5}">
                      <a16:colId xmlns="" xmlns:a16="http://schemas.microsoft.com/office/drawing/2014/main" val="437809776"/>
                    </a:ext>
                  </a:extLst>
                </a:gridCol>
                <a:gridCol w="2709333">
                  <a:extLst>
                    <a:ext uri="{9D8B030D-6E8A-4147-A177-3AD203B41FA5}">
                      <a16:colId xmlns="" xmlns:a16="http://schemas.microsoft.com/office/drawing/2014/main" val="319906813"/>
                    </a:ext>
                  </a:extLst>
                </a:gridCol>
              </a:tblGrid>
              <a:tr h="243077">
                <a:tc>
                  <a:txBody>
                    <a:bodyPr/>
                    <a:lstStyle/>
                    <a:p>
                      <a:r>
                        <a:rPr lang="en-US" dirty="0"/>
                        <a:t>Name of Member</a:t>
                      </a:r>
                    </a:p>
                  </a:txBody>
                  <a:tcPr/>
                </a:tc>
                <a:tc>
                  <a:txBody>
                    <a:bodyPr/>
                    <a:lstStyle/>
                    <a:p>
                      <a:r>
                        <a:rPr lang="en-US" dirty="0"/>
                        <a:t>Roll No</a:t>
                      </a:r>
                    </a:p>
                  </a:txBody>
                  <a:tcPr/>
                </a:tc>
                <a:tc>
                  <a:txBody>
                    <a:bodyPr/>
                    <a:lstStyle/>
                    <a:p>
                      <a:r>
                        <a:rPr lang="en-US" dirty="0"/>
                        <a:t>Branch</a:t>
                      </a:r>
                    </a:p>
                  </a:txBody>
                  <a:tcPr/>
                </a:tc>
                <a:extLst>
                  <a:ext uri="{0D108BD9-81ED-4DB2-BD59-A6C34878D82A}">
                    <a16:rowId xmlns="" xmlns:a16="http://schemas.microsoft.com/office/drawing/2014/main" val="3894281292"/>
                  </a:ext>
                </a:extLst>
              </a:tr>
              <a:tr h="243077">
                <a:tc>
                  <a:txBody>
                    <a:bodyPr/>
                    <a:lstStyle/>
                    <a:p>
                      <a:r>
                        <a:rPr lang="en-US" dirty="0"/>
                        <a:t>Shivam Kumar</a:t>
                      </a:r>
                    </a:p>
                  </a:txBody>
                  <a:tcPr/>
                </a:tc>
                <a:tc>
                  <a:txBody>
                    <a:bodyPr/>
                    <a:lstStyle/>
                    <a:p>
                      <a:r>
                        <a:rPr lang="en-US" dirty="0"/>
                        <a:t>2001330109026</a:t>
                      </a:r>
                    </a:p>
                  </a:txBody>
                  <a:tcPr/>
                </a:tc>
                <a:tc>
                  <a:txBody>
                    <a:bodyPr/>
                    <a:lstStyle/>
                    <a:p>
                      <a:r>
                        <a:rPr lang="en-US" dirty="0"/>
                        <a:t>CSE</a:t>
                      </a:r>
                    </a:p>
                  </a:txBody>
                  <a:tcPr/>
                </a:tc>
                <a:extLst>
                  <a:ext uri="{0D108BD9-81ED-4DB2-BD59-A6C34878D82A}">
                    <a16:rowId xmlns="" xmlns:a16="http://schemas.microsoft.com/office/drawing/2014/main" val="2543535602"/>
                  </a:ext>
                </a:extLst>
              </a:tr>
              <a:tr h="243077">
                <a:tc>
                  <a:txBody>
                    <a:bodyPr/>
                    <a:lstStyle/>
                    <a:p>
                      <a:r>
                        <a:rPr lang="en-US" dirty="0"/>
                        <a:t>Mayank Gupta</a:t>
                      </a:r>
                    </a:p>
                  </a:txBody>
                  <a:tcPr/>
                </a:tc>
                <a:tc>
                  <a:txBody>
                    <a:bodyPr/>
                    <a:lstStyle/>
                    <a:p>
                      <a:r>
                        <a:rPr lang="en-US" dirty="0"/>
                        <a:t>2001330109010</a:t>
                      </a:r>
                    </a:p>
                  </a:txBody>
                  <a:tcPr/>
                </a:tc>
                <a:tc>
                  <a:txBody>
                    <a:bodyPr/>
                    <a:lstStyle/>
                    <a:p>
                      <a:r>
                        <a:rPr lang="en-US" dirty="0"/>
                        <a:t>CSE</a:t>
                      </a:r>
                    </a:p>
                  </a:txBody>
                  <a:tcPr/>
                </a:tc>
                <a:extLst>
                  <a:ext uri="{0D108BD9-81ED-4DB2-BD59-A6C34878D82A}">
                    <a16:rowId xmlns="" xmlns:a16="http://schemas.microsoft.com/office/drawing/2014/main" val="2376038900"/>
                  </a:ext>
                </a:extLst>
              </a:tr>
              <a:tr h="243077">
                <a:tc>
                  <a:txBody>
                    <a:bodyPr/>
                    <a:lstStyle/>
                    <a:p>
                      <a:r>
                        <a:rPr lang="en-US" dirty="0"/>
                        <a:t>Himanshu</a:t>
                      </a:r>
                    </a:p>
                  </a:txBody>
                  <a:tcPr/>
                </a:tc>
                <a:tc>
                  <a:txBody>
                    <a:bodyPr/>
                    <a:lstStyle/>
                    <a:p>
                      <a:r>
                        <a:rPr lang="en-US" dirty="0"/>
                        <a:t>2001330109008</a:t>
                      </a:r>
                    </a:p>
                  </a:txBody>
                  <a:tcPr/>
                </a:tc>
                <a:tc>
                  <a:txBody>
                    <a:bodyPr/>
                    <a:lstStyle/>
                    <a:p>
                      <a:r>
                        <a:rPr lang="en-US" dirty="0"/>
                        <a:t>CSE</a:t>
                      </a:r>
                    </a:p>
                  </a:txBody>
                  <a:tcPr/>
                </a:tc>
                <a:extLst>
                  <a:ext uri="{0D108BD9-81ED-4DB2-BD59-A6C34878D82A}">
                    <a16:rowId xmlns="" xmlns:a16="http://schemas.microsoft.com/office/drawing/2014/main" val="1631200119"/>
                  </a:ext>
                </a:extLst>
              </a:tr>
              <a:tr h="24307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Nishant Chaudhary</a:t>
                      </a:r>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1901330100179</a:t>
                      </a:r>
                      <a:endParaRPr lang="en-US" b="0" dirty="0"/>
                    </a:p>
                  </a:txBody>
                  <a:tcPr/>
                </a:tc>
                <a:tc>
                  <a:txBody>
                    <a:bodyPr/>
                    <a:lstStyle/>
                    <a:p>
                      <a:r>
                        <a:rPr lang="en-US" dirty="0"/>
                        <a:t>CSE</a:t>
                      </a:r>
                    </a:p>
                  </a:txBody>
                  <a:tcPr/>
                </a:tc>
                <a:extLst>
                  <a:ext uri="{0D108BD9-81ED-4DB2-BD59-A6C34878D82A}">
                    <a16:rowId xmlns="" xmlns:a16="http://schemas.microsoft.com/office/drawing/2014/main" val="3450427582"/>
                  </a:ext>
                </a:extLst>
              </a:tr>
            </a:tbl>
          </a:graphicData>
        </a:graphic>
      </p:graphicFrame>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2612967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E2B6B2-864E-0DDB-C0E8-E12697DB79E7}"/>
              </a:ext>
            </a:extLst>
          </p:cNvPr>
          <p:cNvSpPr>
            <a:spLocks noGrp="1"/>
          </p:cNvSpPr>
          <p:nvPr>
            <p:ph type="title"/>
          </p:nvPr>
        </p:nvSpPr>
        <p:spPr>
          <a:xfrm>
            <a:off x="-282132" y="417376"/>
            <a:ext cx="10515600" cy="1325563"/>
          </a:xfrm>
        </p:spPr>
        <p:txBody>
          <a:bodyPr>
            <a:normAutofit/>
          </a:bodyPr>
          <a:lstStyle/>
          <a:p>
            <a:pPr algn="ctr"/>
            <a:r>
              <a:rPr lang="en-US" sz="4800" dirty="0">
                <a:latin typeface="Arial Black" panose="020B0A04020102020204" pitchFamily="34" charset="0"/>
              </a:rPr>
              <a:t>INDEX</a:t>
            </a:r>
            <a:endParaRPr lang="en-US" sz="4400" dirty="0">
              <a:latin typeface="Arial Black" panose="020B0A04020102020204" pitchFamily="34" charset="0"/>
            </a:endParaRPr>
          </a:p>
        </p:txBody>
      </p:sp>
      <p:sp>
        <p:nvSpPr>
          <p:cNvPr id="3" name="Content Placeholder 2">
            <a:extLst>
              <a:ext uri="{FF2B5EF4-FFF2-40B4-BE49-F238E27FC236}">
                <a16:creationId xmlns="" xmlns:a16="http://schemas.microsoft.com/office/drawing/2014/main" id="{EFE268E5-DFEA-BDE9-FC49-DFE26650F95E}"/>
              </a:ext>
            </a:extLst>
          </p:cNvPr>
          <p:cNvSpPr>
            <a:spLocks noGrp="1"/>
          </p:cNvSpPr>
          <p:nvPr>
            <p:ph idx="1"/>
          </p:nvPr>
        </p:nvSpPr>
        <p:spPr>
          <a:xfrm>
            <a:off x="1470163" y="1848617"/>
            <a:ext cx="8596668" cy="4110962"/>
          </a:xfrm>
        </p:spPr>
        <p:txBody>
          <a:bodyPr>
            <a:normAutofit/>
          </a:bodyPr>
          <a:lstStyle/>
          <a:p>
            <a:pPr>
              <a:buAutoNum type="arabicPeriod"/>
            </a:pPr>
            <a:r>
              <a:rPr lang="en-US" sz="2000" dirty="0"/>
              <a:t>Introduction</a:t>
            </a:r>
          </a:p>
          <a:p>
            <a:pPr>
              <a:buAutoNum type="arabicPeriod"/>
            </a:pPr>
            <a:r>
              <a:rPr lang="en-US" sz="2000" dirty="0"/>
              <a:t>Project Objective</a:t>
            </a:r>
          </a:p>
          <a:p>
            <a:pPr>
              <a:buAutoNum type="arabicPeriod"/>
            </a:pPr>
            <a:r>
              <a:rPr lang="en-US" sz="2000" dirty="0" smtClean="0"/>
              <a:t>Technology</a:t>
            </a:r>
            <a:endParaRPr lang="en-US" sz="2000" dirty="0"/>
          </a:p>
          <a:p>
            <a:pPr>
              <a:buAutoNum type="arabicPeriod"/>
            </a:pPr>
            <a:r>
              <a:rPr lang="en-US" sz="2000" dirty="0" smtClean="0"/>
              <a:t>Snapshot</a:t>
            </a:r>
            <a:endParaRPr lang="en-US" sz="2000" dirty="0"/>
          </a:p>
          <a:p>
            <a:pPr>
              <a:buAutoNum type="arabicPeriod"/>
            </a:pPr>
            <a:r>
              <a:rPr lang="en-US" sz="2000" dirty="0"/>
              <a:t>Future Scope</a:t>
            </a:r>
          </a:p>
          <a:p>
            <a:pPr>
              <a:buAutoNum type="arabicPeriod"/>
            </a:pPr>
            <a:r>
              <a:rPr lang="en-US" sz="2000" dirty="0"/>
              <a:t>Conclusion</a:t>
            </a:r>
          </a:p>
          <a:p>
            <a:pPr>
              <a:buAutoNum type="arabicPeriod"/>
            </a:pPr>
            <a:r>
              <a:rPr lang="en-US" sz="2000" dirty="0"/>
              <a:t>References</a:t>
            </a:r>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1834045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156EA2-817D-6BF1-ED30-81F3F7CE9679}"/>
              </a:ext>
            </a:extLst>
          </p:cNvPr>
          <p:cNvSpPr>
            <a:spLocks noGrp="1"/>
          </p:cNvSpPr>
          <p:nvPr>
            <p:ph type="title"/>
          </p:nvPr>
        </p:nvSpPr>
        <p:spPr>
          <a:xfrm>
            <a:off x="462451" y="430166"/>
            <a:ext cx="10515600" cy="1325563"/>
          </a:xfrm>
        </p:spPr>
        <p:txBody>
          <a:bodyPr>
            <a:normAutofit/>
          </a:bodyPr>
          <a:lstStyle/>
          <a:p>
            <a:pPr algn="ctr"/>
            <a:r>
              <a:rPr lang="en-US" sz="4000" dirty="0">
                <a:latin typeface="Arial Black" panose="020B0A04020102020204" pitchFamily="34" charset="0"/>
              </a:rPr>
              <a:t>INTRODUCTION</a:t>
            </a:r>
          </a:p>
        </p:txBody>
      </p:sp>
      <p:sp>
        <p:nvSpPr>
          <p:cNvPr id="3" name="Content Placeholder 2">
            <a:extLst>
              <a:ext uri="{FF2B5EF4-FFF2-40B4-BE49-F238E27FC236}">
                <a16:creationId xmlns="" xmlns:a16="http://schemas.microsoft.com/office/drawing/2014/main" id="{02092C5C-8348-4796-9D2C-9B1F370F8FDE}"/>
              </a:ext>
            </a:extLst>
          </p:cNvPr>
          <p:cNvSpPr>
            <a:spLocks noGrp="1"/>
          </p:cNvSpPr>
          <p:nvPr>
            <p:ph idx="1"/>
          </p:nvPr>
        </p:nvSpPr>
        <p:spPr>
          <a:xfrm>
            <a:off x="1421917" y="2019149"/>
            <a:ext cx="8596668" cy="4570371"/>
          </a:xfrm>
        </p:spPr>
        <p:txBody>
          <a:bodyPr>
            <a:normAutofit fontScale="70000" lnSpcReduction="20000"/>
          </a:bodyPr>
          <a:lstStyle/>
          <a:p>
            <a:pPr>
              <a:buFont typeface="Wingdings" panose="05000000000000000000" pitchFamily="2" charset="2"/>
              <a:buChar char="Ø"/>
            </a:pPr>
            <a:r>
              <a:rPr lang="en-GB" dirty="0"/>
              <a:t>In this Project we are provide some features like </a:t>
            </a:r>
            <a:r>
              <a:rPr lang="en-GB" dirty="0" smtClean="0"/>
              <a:t>Furniture</a:t>
            </a:r>
            <a:r>
              <a:rPr lang="en-GB" dirty="0"/>
              <a:t>, Salon, Cleaning and Pest Control, Appliance Repairs and Laundry.</a:t>
            </a:r>
          </a:p>
          <a:p>
            <a:pPr>
              <a:buFont typeface="Wingdings" panose="05000000000000000000" pitchFamily="2" charset="2"/>
              <a:buChar char="Ø"/>
            </a:pPr>
            <a:r>
              <a:rPr lang="en-GB" dirty="0"/>
              <a:t>Depending on the nature of your Equipment's Problem, Your site Service Call can be Completed the same day. Our Technicians Provide Expert Service on all Makes and models of washing Machine, Air conditioner, Refrigerator, Microwave oven and LCD LED TV.</a:t>
            </a:r>
          </a:p>
          <a:p>
            <a:pPr>
              <a:buFont typeface="Wingdings" panose="05000000000000000000" pitchFamily="2" charset="2"/>
              <a:buChar char="Ø"/>
            </a:pPr>
            <a:r>
              <a:rPr lang="en-GB" dirty="0"/>
              <a:t>We Use State-Of-The-Art Front Loading Washing Machines And Premium Detergents For Wash Fold And Laundry Services To Give Your Clothes That Special Care It Needs.</a:t>
            </a:r>
          </a:p>
          <a:p>
            <a:pPr>
              <a:buFont typeface="Wingdings" panose="05000000000000000000" pitchFamily="2" charset="2"/>
              <a:buChar char="Ø"/>
            </a:pPr>
            <a:r>
              <a:rPr lang="en-GB" dirty="0" smtClean="0"/>
              <a:t>For </a:t>
            </a:r>
            <a:r>
              <a:rPr lang="en-GB" dirty="0"/>
              <a:t>All Furniture Repair Services Such As, Visitor Chair Repairing And Service Work, Office Furniture Repair Service, Home Furniture Repair Services.</a:t>
            </a:r>
          </a:p>
          <a:p>
            <a:endParaRPr lang="en-GB" dirty="0"/>
          </a:p>
          <a:p>
            <a:endParaRPr lang="en-GB" dirty="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2086892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E448DA-5C57-B298-1CC9-55A49205C1A6}"/>
              </a:ext>
            </a:extLst>
          </p:cNvPr>
          <p:cNvSpPr>
            <a:spLocks noGrp="1"/>
          </p:cNvSpPr>
          <p:nvPr>
            <p:ph type="title"/>
          </p:nvPr>
        </p:nvSpPr>
        <p:spPr>
          <a:xfrm>
            <a:off x="677334" y="609600"/>
            <a:ext cx="8596668" cy="304800"/>
          </a:xfrm>
        </p:spPr>
        <p:txBody>
          <a:bodyPr>
            <a:normAutofit fontScale="90000"/>
          </a:bodyPr>
          <a:lstStyle/>
          <a:p>
            <a:r>
              <a:rPr lang="en-US" dirty="0"/>
              <a:t> </a:t>
            </a:r>
          </a:p>
        </p:txBody>
      </p:sp>
      <p:sp>
        <p:nvSpPr>
          <p:cNvPr id="3" name="Content Placeholder 2">
            <a:extLst>
              <a:ext uri="{FF2B5EF4-FFF2-40B4-BE49-F238E27FC236}">
                <a16:creationId xmlns="" xmlns:a16="http://schemas.microsoft.com/office/drawing/2014/main" id="{9E249DD4-10EC-4A39-6D41-53A2FA339C01}"/>
              </a:ext>
            </a:extLst>
          </p:cNvPr>
          <p:cNvSpPr>
            <a:spLocks noGrp="1"/>
          </p:cNvSpPr>
          <p:nvPr>
            <p:ph idx="1"/>
          </p:nvPr>
        </p:nvSpPr>
        <p:spPr>
          <a:xfrm>
            <a:off x="1390650" y="423531"/>
            <a:ext cx="8596668" cy="5617292"/>
          </a:xfrm>
        </p:spPr>
        <p:txBody>
          <a:bodyPr>
            <a:normAutofit/>
          </a:bodyPr>
          <a:lstStyle/>
          <a:p>
            <a:endParaRPr lang="en-GB" dirty="0"/>
          </a:p>
          <a:p>
            <a:endParaRPr lang="en-GB" dirty="0"/>
          </a:p>
          <a:p>
            <a:pPr>
              <a:buFont typeface="Wingdings" panose="05000000000000000000" pitchFamily="2" charset="2"/>
              <a:buChar char="Ø"/>
            </a:pPr>
            <a:r>
              <a:rPr lang="en-GB" sz="2200" dirty="0"/>
              <a:t>The Best And Most Trusted Portals For Booking For Pest Control, Cleaning, Sanitization And Disinfecting Services In India. Through This Portal, One Can Hire The Best Quality Services At Reasonable Cost.</a:t>
            </a:r>
          </a:p>
          <a:p>
            <a:pPr>
              <a:buFont typeface="Wingdings" panose="05000000000000000000" pitchFamily="2" charset="2"/>
              <a:buChar char="Ø"/>
            </a:pPr>
            <a:r>
              <a:rPr lang="en-GB" sz="2200" dirty="0"/>
              <a:t>Salons Is One Of The Leading Providers Of Event Technology Solutions For Online And Onsite Registration, Data Tracking And Capture, For The Exhibition And Events Industry</a:t>
            </a:r>
            <a:r>
              <a:rPr lang="en-GB" dirty="0"/>
              <a:t>.</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1102829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390D86-694B-1A4C-BCE6-4DACD2FC3F65}"/>
              </a:ext>
            </a:extLst>
          </p:cNvPr>
          <p:cNvSpPr>
            <a:spLocks noGrp="1"/>
          </p:cNvSpPr>
          <p:nvPr>
            <p:ph type="title"/>
          </p:nvPr>
        </p:nvSpPr>
        <p:spPr/>
        <p:txBody>
          <a:bodyPr>
            <a:normAutofit/>
          </a:bodyPr>
          <a:lstStyle/>
          <a:p>
            <a:pPr algn="ctr"/>
            <a:r>
              <a:rPr lang="en-US" sz="4800" dirty="0">
                <a:latin typeface="Arial Black" panose="020B0A04020102020204" pitchFamily="34" charset="0"/>
              </a:rPr>
              <a:t>PROJECT OBJECTIVE</a:t>
            </a:r>
          </a:p>
        </p:txBody>
      </p:sp>
      <p:sp>
        <p:nvSpPr>
          <p:cNvPr id="3" name="Content Placeholder 2">
            <a:extLst>
              <a:ext uri="{FF2B5EF4-FFF2-40B4-BE49-F238E27FC236}">
                <a16:creationId xmlns="" xmlns:a16="http://schemas.microsoft.com/office/drawing/2014/main" id="{3EFD8EA2-A95A-9E50-D4AC-44CC0E04261C}"/>
              </a:ext>
            </a:extLst>
          </p:cNvPr>
          <p:cNvSpPr>
            <a:spLocks noGrp="1"/>
          </p:cNvSpPr>
          <p:nvPr>
            <p:ph idx="1"/>
          </p:nvPr>
        </p:nvSpPr>
        <p:spPr/>
        <p:txBody>
          <a:bodyPr/>
          <a:lstStyle/>
          <a:p>
            <a:pPr>
              <a:buFont typeface="Wingdings" panose="05000000000000000000" pitchFamily="2" charset="2"/>
              <a:buChar char="Ø"/>
            </a:pPr>
            <a:r>
              <a:rPr lang="en-GB" dirty="0"/>
              <a:t>To understand the customer expectation and satisfaction from </a:t>
            </a:r>
            <a:r>
              <a:rPr lang="en-GB" dirty="0" smtClean="0"/>
              <a:t>Helping Hand </a:t>
            </a:r>
            <a:r>
              <a:rPr lang="en-GB" dirty="0"/>
              <a:t>(beauty services).</a:t>
            </a:r>
          </a:p>
          <a:p>
            <a:pPr>
              <a:buFont typeface="Wingdings" panose="05000000000000000000" pitchFamily="2" charset="2"/>
              <a:buChar char="Ø"/>
            </a:pPr>
            <a:r>
              <a:rPr lang="en-GB" dirty="0" smtClean="0"/>
              <a:t>Helping Hand </a:t>
            </a:r>
            <a:r>
              <a:rPr lang="en-GB" dirty="0"/>
              <a:t>marketplace that helps connect service providers with service seekers. This is an end to your everyday problems. If you are searching for a beautician, a plumber, a </a:t>
            </a:r>
            <a:r>
              <a:rPr lang="en-GB" dirty="0" smtClean="0"/>
              <a:t>mechanic, </a:t>
            </a:r>
            <a:r>
              <a:rPr lang="en-GB" dirty="0"/>
              <a:t>a cleaner, or a Salon, </a:t>
            </a:r>
            <a:r>
              <a:rPr lang="en-GB" dirty="0" smtClean="0"/>
              <a:t>Helping Hand </a:t>
            </a:r>
            <a:r>
              <a:rPr lang="en-GB" dirty="0"/>
              <a:t>is studded with hailing professionals in all. </a:t>
            </a:r>
            <a:r>
              <a:rPr lang="en-GB" dirty="0" smtClean="0"/>
              <a:t>Helping Hand, </a:t>
            </a:r>
            <a:r>
              <a:rPr lang="en-GB" dirty="0"/>
              <a:t>fuelled with the intention of changing the way local servicemen are working and paid.</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1415538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7E009B-8DF2-C40F-A9E1-1F744CD892B2}"/>
              </a:ext>
            </a:extLst>
          </p:cNvPr>
          <p:cNvSpPr>
            <a:spLocks noGrp="1"/>
          </p:cNvSpPr>
          <p:nvPr>
            <p:ph type="title"/>
          </p:nvPr>
        </p:nvSpPr>
        <p:spPr/>
        <p:txBody>
          <a:bodyPr/>
          <a:lstStyle/>
          <a:p>
            <a:pPr algn="ctr"/>
            <a:r>
              <a:rPr lang="en-US" dirty="0">
                <a:latin typeface="Arial Black" panose="020B0A04020102020204" pitchFamily="34" charset="0"/>
              </a:rPr>
              <a:t>TECHNOLOGY</a:t>
            </a:r>
          </a:p>
        </p:txBody>
      </p:sp>
      <p:sp>
        <p:nvSpPr>
          <p:cNvPr id="3" name="Content Placeholder 2">
            <a:extLst>
              <a:ext uri="{FF2B5EF4-FFF2-40B4-BE49-F238E27FC236}">
                <a16:creationId xmlns="" xmlns:a16="http://schemas.microsoft.com/office/drawing/2014/main" id="{7D2AFE49-8072-2652-5F50-EBA6C6E25139}"/>
              </a:ext>
            </a:extLst>
          </p:cNvPr>
          <p:cNvSpPr>
            <a:spLocks noGrp="1"/>
          </p:cNvSpPr>
          <p:nvPr>
            <p:ph idx="1"/>
          </p:nvPr>
        </p:nvSpPr>
        <p:spPr/>
        <p:txBody>
          <a:bodyPr/>
          <a:lstStyle/>
          <a:p>
            <a:pPr marL="0" indent="0">
              <a:buNone/>
            </a:pPr>
            <a:endParaRPr lang="en-US" dirty="0" smtClean="0"/>
          </a:p>
          <a:p>
            <a:pPr>
              <a:buFont typeface="Wingdings" panose="05000000000000000000" pitchFamily="2" charset="2"/>
              <a:buChar char="Ø"/>
            </a:pPr>
            <a:r>
              <a:rPr lang="en-US" dirty="0" smtClean="0"/>
              <a:t>Php </a:t>
            </a:r>
          </a:p>
          <a:p>
            <a:pPr>
              <a:buFont typeface="Wingdings" panose="05000000000000000000" pitchFamily="2" charset="2"/>
              <a:buChar char="Ø"/>
            </a:pPr>
            <a:r>
              <a:rPr lang="en-US" dirty="0" smtClean="0"/>
              <a:t>Android</a:t>
            </a:r>
          </a:p>
          <a:p>
            <a:pPr>
              <a:buFont typeface="Wingdings" panose="05000000000000000000" pitchFamily="2" charset="2"/>
              <a:buChar char="Ø"/>
            </a:pPr>
            <a:r>
              <a:rPr lang="en-US" dirty="0" smtClean="0"/>
              <a:t>Java</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2444454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B6F9784-25F0-FF7D-65FF-5A1E7B0A0FE2}"/>
              </a:ext>
            </a:extLst>
          </p:cNvPr>
          <p:cNvSpPr>
            <a:spLocks noGrp="1"/>
          </p:cNvSpPr>
          <p:nvPr>
            <p:ph type="title"/>
          </p:nvPr>
        </p:nvSpPr>
        <p:spPr>
          <a:xfrm>
            <a:off x="1207421" y="185530"/>
            <a:ext cx="8596668" cy="1086677"/>
          </a:xfrm>
        </p:spPr>
        <p:txBody>
          <a:bodyPr>
            <a:normAutofit/>
          </a:bodyPr>
          <a:lstStyle/>
          <a:p>
            <a:pPr algn="ctr"/>
            <a:r>
              <a:rPr lang="en-US" sz="4000" dirty="0" err="1" smtClean="0">
                <a:latin typeface="Arial Black" panose="020B0A04020102020204" pitchFamily="34" charset="0"/>
              </a:rPr>
              <a:t>DashBoard</a:t>
            </a:r>
            <a:endParaRPr lang="en-US" sz="4000"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688190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365F44-DFF9-82D1-88D1-CC4F8D2EC5A8}"/>
              </a:ext>
            </a:extLst>
          </p:cNvPr>
          <p:cNvSpPr>
            <a:spLocks noGrp="1"/>
          </p:cNvSpPr>
          <p:nvPr>
            <p:ph type="title"/>
          </p:nvPr>
        </p:nvSpPr>
        <p:spPr>
          <a:xfrm>
            <a:off x="1002491" y="703654"/>
            <a:ext cx="8596668" cy="512416"/>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Category</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993989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306368-3D53-B6A9-F5D2-91D48FE63468}"/>
              </a:ext>
            </a:extLst>
          </p:cNvPr>
          <p:cNvSpPr>
            <a:spLocks noGrp="1"/>
          </p:cNvSpPr>
          <p:nvPr>
            <p:ph type="title"/>
          </p:nvPr>
        </p:nvSpPr>
        <p:spPr>
          <a:xfrm>
            <a:off x="1625364" y="614362"/>
            <a:ext cx="8596668" cy="557171"/>
          </a:xfrm>
        </p:spPr>
        <p:txBody>
          <a:bodyPr>
            <a:normAutofit fontScale="90000"/>
          </a:bodyPr>
          <a:lstStyle/>
          <a:p>
            <a:r>
              <a:rPr lang="en-US" dirty="0"/>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1100526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0F663E-5332-54A4-2ACF-CA07FC5AE9CA}"/>
              </a:ext>
            </a:extLst>
          </p:cNvPr>
          <p:cNvSpPr>
            <a:spLocks noGrp="1"/>
          </p:cNvSpPr>
          <p:nvPr>
            <p:ph type="title"/>
          </p:nvPr>
        </p:nvSpPr>
        <p:spPr>
          <a:xfrm>
            <a:off x="1197186" y="568325"/>
            <a:ext cx="8596668" cy="660400"/>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Sub Category List</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405910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E9A9B9-B924-F0E5-B369-1101A7858B70}"/>
              </a:ext>
            </a:extLst>
          </p:cNvPr>
          <p:cNvSpPr>
            <a:spLocks noGrp="1"/>
          </p:cNvSpPr>
          <p:nvPr>
            <p:ph type="title"/>
          </p:nvPr>
        </p:nvSpPr>
        <p:spPr>
          <a:xfrm>
            <a:off x="1797666" y="159026"/>
            <a:ext cx="8596668" cy="393148"/>
          </a:xfrm>
        </p:spPr>
        <p:txBody>
          <a:bodyPr>
            <a:normAutofit fontScale="90000"/>
          </a:bodyPr>
          <a:lstStyle/>
          <a:p>
            <a:r>
              <a:rPr lang="en-US" dirty="0"/>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1927668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74E315-B5C7-0D5C-9282-42422D1C26B5}"/>
              </a:ext>
            </a:extLst>
          </p:cNvPr>
          <p:cNvSpPr>
            <a:spLocks noGrp="1"/>
          </p:cNvSpPr>
          <p:nvPr>
            <p:ph type="title"/>
          </p:nvPr>
        </p:nvSpPr>
        <p:spPr>
          <a:xfrm>
            <a:off x="1390650" y="636795"/>
            <a:ext cx="8596668" cy="591930"/>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Child Category</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3552467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03AEAC-F745-D4A6-7F31-6C796F030F5E}"/>
              </a:ext>
            </a:extLst>
          </p:cNvPr>
          <p:cNvSpPr>
            <a:spLocks noGrp="1"/>
          </p:cNvSpPr>
          <p:nvPr>
            <p:ph type="title"/>
          </p:nvPr>
        </p:nvSpPr>
        <p:spPr>
          <a:xfrm>
            <a:off x="1797666" y="207038"/>
            <a:ext cx="8596668" cy="609600"/>
          </a:xfrm>
        </p:spPr>
        <p:txBody>
          <a:bodyPr>
            <a:normAutofit fontScale="90000"/>
          </a:bodyPr>
          <a:lstStyle/>
          <a:p>
            <a:r>
              <a:rPr lang="en-US" dirty="0"/>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745233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FC3C152-982D-97FF-96F6-1FA4A4BDF6D8}"/>
              </a:ext>
            </a:extLst>
          </p:cNvPr>
          <p:cNvSpPr>
            <a:spLocks noGrp="1"/>
          </p:cNvSpPr>
          <p:nvPr>
            <p:ph type="title"/>
          </p:nvPr>
        </p:nvSpPr>
        <p:spPr>
          <a:xfrm>
            <a:off x="1657995" y="145774"/>
            <a:ext cx="8596668" cy="565426"/>
          </a:xfrm>
        </p:spPr>
        <p:txBody>
          <a:bodyPr>
            <a:normAutofit fontScale="90000"/>
          </a:bodyPr>
          <a:lstStyle/>
          <a:p>
            <a:r>
              <a:rPr lang="en-US" dirty="0"/>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3989916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EB008C-21C7-90C3-EB94-9F4A26AF2248}"/>
              </a:ext>
            </a:extLst>
          </p:cNvPr>
          <p:cNvSpPr>
            <a:spLocks noGrp="1"/>
          </p:cNvSpPr>
          <p:nvPr>
            <p:ph type="title"/>
          </p:nvPr>
        </p:nvSpPr>
        <p:spPr>
          <a:xfrm>
            <a:off x="1797666" y="132521"/>
            <a:ext cx="8596668" cy="790713"/>
          </a:xfrm>
        </p:spPr>
        <p:txBody>
          <a:bodyPr/>
          <a:lstStyle/>
          <a:p>
            <a:r>
              <a:rPr lang="en-US" dirty="0"/>
              <a:t> </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542877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CF7891-F97F-D62F-105F-9C91A04E1A1A}"/>
              </a:ext>
            </a:extLst>
          </p:cNvPr>
          <p:cNvSpPr>
            <a:spLocks noGrp="1"/>
          </p:cNvSpPr>
          <p:nvPr>
            <p:ph type="title"/>
          </p:nvPr>
        </p:nvSpPr>
        <p:spPr>
          <a:xfrm>
            <a:off x="1618239" y="290305"/>
            <a:ext cx="8596668" cy="525670"/>
          </a:xfrm>
        </p:spPr>
        <p:txBody>
          <a:bodyPr>
            <a:normAutofit fontScale="90000"/>
          </a:bodyPr>
          <a:lstStyle/>
          <a:p>
            <a:r>
              <a:rPr lang="en-US" dirty="0"/>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763319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6A6A78-A6ED-6592-5274-0E37CEF1B542}"/>
              </a:ext>
            </a:extLst>
          </p:cNvPr>
          <p:cNvSpPr>
            <a:spLocks noGrp="1"/>
          </p:cNvSpPr>
          <p:nvPr>
            <p:ph type="title"/>
          </p:nvPr>
        </p:nvSpPr>
        <p:spPr>
          <a:xfrm>
            <a:off x="1017915" y="465492"/>
            <a:ext cx="8596668" cy="724452"/>
          </a:xfrm>
        </p:spPr>
        <p:txBody>
          <a:bodyPr>
            <a:normAutofit fontScale="90000"/>
          </a:bodyPr>
          <a:lstStyle/>
          <a:p>
            <a:pPr algn="ctr"/>
            <a:r>
              <a:rPr lang="en-US" dirty="0" smtClean="0">
                <a:latin typeface="Arial Black" panose="020B0A04020102020204" pitchFamily="34" charset="0"/>
              </a:rPr>
              <a:t>Banner List</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3045457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A9DDD6-6F7B-4CCF-56D5-F51DF76A8B75}"/>
              </a:ext>
            </a:extLst>
          </p:cNvPr>
          <p:cNvSpPr>
            <a:spLocks noGrp="1"/>
          </p:cNvSpPr>
          <p:nvPr>
            <p:ph type="title"/>
          </p:nvPr>
        </p:nvSpPr>
        <p:spPr>
          <a:xfrm>
            <a:off x="695325" y="756064"/>
            <a:ext cx="8596668" cy="472661"/>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Partner List</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837432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DD7685-7F41-0EFE-BB74-9815487F1C90}"/>
              </a:ext>
            </a:extLst>
          </p:cNvPr>
          <p:cNvSpPr>
            <a:spLocks noGrp="1"/>
          </p:cNvSpPr>
          <p:nvPr>
            <p:ph type="title"/>
          </p:nvPr>
        </p:nvSpPr>
        <p:spPr>
          <a:xfrm>
            <a:off x="806069" y="614362"/>
            <a:ext cx="8596668" cy="591930"/>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Order List</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3598865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724C91-B922-D3DF-CF4D-8CB5BE1E1021}"/>
              </a:ext>
            </a:extLst>
          </p:cNvPr>
          <p:cNvSpPr>
            <a:spLocks noGrp="1"/>
          </p:cNvSpPr>
          <p:nvPr>
            <p:ph type="title"/>
          </p:nvPr>
        </p:nvSpPr>
        <p:spPr>
          <a:xfrm>
            <a:off x="2498561" y="729560"/>
            <a:ext cx="8596668" cy="499165"/>
          </a:xfrm>
        </p:spPr>
        <p:txBody>
          <a:bodyPr>
            <a:normAutofit fontScale="90000"/>
          </a:bodyPr>
          <a:lstStyle/>
          <a:p>
            <a:r>
              <a:rPr lang="en-US" dirty="0">
                <a:latin typeface="Arial Black" panose="020B0A04020102020204" pitchFamily="34" charset="0"/>
              </a:rPr>
              <a:t> </a:t>
            </a:r>
            <a:r>
              <a:rPr lang="en-US" dirty="0" smtClean="0">
                <a:latin typeface="Arial Black" panose="020B0A04020102020204" pitchFamily="34" charset="0"/>
              </a:rPr>
              <a:t>Customer List</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2314542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64F7BC-A76F-123E-3B28-48DA6B92D356}"/>
              </a:ext>
            </a:extLst>
          </p:cNvPr>
          <p:cNvSpPr>
            <a:spLocks noGrp="1"/>
          </p:cNvSpPr>
          <p:nvPr>
            <p:ph type="title"/>
          </p:nvPr>
        </p:nvSpPr>
        <p:spPr>
          <a:xfrm>
            <a:off x="2069002" y="557282"/>
            <a:ext cx="8596668" cy="671443"/>
          </a:xfrm>
        </p:spPr>
        <p:txBody>
          <a:bodyPr>
            <a:normAutofit fontScale="90000"/>
          </a:bodyPr>
          <a:lstStyle/>
          <a:p>
            <a:r>
              <a:rPr lang="en-US" dirty="0">
                <a:latin typeface="Arial Black" panose="020B0A04020102020204" pitchFamily="34" charset="0"/>
              </a:rPr>
              <a:t> </a:t>
            </a:r>
            <a:r>
              <a:rPr lang="en-US" dirty="0" smtClean="0">
                <a:latin typeface="Arial Black" panose="020B0A04020102020204" pitchFamily="34" charset="0"/>
              </a:rPr>
              <a:t>Partner Service List</a:t>
            </a:r>
            <a:endParaRPr lang="en-US" dirty="0">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485" y="1447800"/>
            <a:ext cx="8538567"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27522788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D0C4FB-34D5-95B4-EFCC-101BBBA2A31F}"/>
              </a:ext>
            </a:extLst>
          </p:cNvPr>
          <p:cNvSpPr>
            <a:spLocks noGrp="1"/>
          </p:cNvSpPr>
          <p:nvPr>
            <p:ph type="title"/>
          </p:nvPr>
        </p:nvSpPr>
        <p:spPr>
          <a:xfrm>
            <a:off x="1433223" y="64013"/>
            <a:ext cx="8596668" cy="538922"/>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Helping Hand </a:t>
            </a:r>
            <a:r>
              <a:rPr lang="en-US" dirty="0" err="1" smtClean="0">
                <a:latin typeface="Arial Black" panose="020B0A04020102020204" pitchFamily="34" charset="0"/>
              </a:rPr>
              <a:t>Apk</a:t>
            </a:r>
            <a:endParaRPr lang="en-US" dirty="0">
              <a:latin typeface="Arial Black" panose="020B0A04020102020204" pitchFamily="34" charset="0"/>
            </a:endParaRPr>
          </a:p>
        </p:txBody>
      </p:sp>
      <p:pic>
        <p:nvPicPr>
          <p:cNvPr id="13" name="Content Placeholder 1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12045" y="787180"/>
            <a:ext cx="2649573" cy="588794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1557" y="787180"/>
            <a:ext cx="2978333" cy="5887940"/>
          </a:xfrm>
          <a:prstGeom prst="rect">
            <a:avLst/>
          </a:prstGeom>
        </p:spPr>
      </p:pic>
    </p:spTree>
    <p:extLst>
      <p:ext uri="{BB962C8B-B14F-4D97-AF65-F5344CB8AC3E}">
        <p14:creationId xmlns:p14="http://schemas.microsoft.com/office/powerpoint/2010/main" val="3572153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4B16F8-5746-4BA1-0F06-9172ABA9A711}"/>
              </a:ext>
            </a:extLst>
          </p:cNvPr>
          <p:cNvSpPr>
            <a:spLocks noGrp="1"/>
          </p:cNvSpPr>
          <p:nvPr>
            <p:ph type="title"/>
          </p:nvPr>
        </p:nvSpPr>
        <p:spPr>
          <a:xfrm>
            <a:off x="1797666" y="198783"/>
            <a:ext cx="8596668" cy="444914"/>
          </a:xfrm>
        </p:spPr>
        <p:txBody>
          <a:bodyPr>
            <a:normAutofit fontScale="90000"/>
          </a:bodyPr>
          <a:lstStyle/>
          <a:p>
            <a:r>
              <a:rPr lang="en-US" dirty="0"/>
              <a:t> </a:t>
            </a:r>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97666" y="643697"/>
            <a:ext cx="2774334" cy="6165187"/>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1987" y="429759"/>
            <a:ext cx="5291441" cy="6379125"/>
          </a:xfrm>
          <a:prstGeom prst="rect">
            <a:avLst/>
          </a:prstGeom>
        </p:spPr>
      </p:pic>
    </p:spTree>
    <p:extLst>
      <p:ext uri="{BB962C8B-B14F-4D97-AF65-F5344CB8AC3E}">
        <p14:creationId xmlns:p14="http://schemas.microsoft.com/office/powerpoint/2010/main" val="3830334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7604ED-BAAB-E02B-A553-19EEB93F64FD}"/>
              </a:ext>
            </a:extLst>
          </p:cNvPr>
          <p:cNvSpPr>
            <a:spLocks noGrp="1"/>
          </p:cNvSpPr>
          <p:nvPr>
            <p:ph type="title"/>
          </p:nvPr>
        </p:nvSpPr>
        <p:spPr>
          <a:xfrm>
            <a:off x="1797666" y="171036"/>
            <a:ext cx="8596668" cy="644939"/>
          </a:xfrm>
        </p:spPr>
        <p:txBody>
          <a:bodyPr>
            <a:normAutofit fontScale="90000"/>
          </a:bodyPr>
          <a:lstStyle/>
          <a:p>
            <a:r>
              <a:rPr lang="en-US" dirty="0"/>
              <a:t> </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27552" y="894351"/>
            <a:ext cx="4432306" cy="5454198"/>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pic>
        <p:nvPicPr>
          <p:cNvPr id="8"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071152"/>
            <a:ext cx="5464336" cy="3708665"/>
          </a:xfrm>
          <a:prstGeom prst="rect">
            <a:avLst/>
          </a:prstGeom>
        </p:spPr>
      </p:pic>
    </p:spTree>
    <p:extLst>
      <p:ext uri="{BB962C8B-B14F-4D97-AF65-F5344CB8AC3E}">
        <p14:creationId xmlns:p14="http://schemas.microsoft.com/office/powerpoint/2010/main" val="8351183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3D7D2E-1CC2-7311-8790-58650AF57B92}"/>
              </a:ext>
            </a:extLst>
          </p:cNvPr>
          <p:cNvSpPr>
            <a:spLocks noGrp="1"/>
          </p:cNvSpPr>
          <p:nvPr>
            <p:ph type="title"/>
          </p:nvPr>
        </p:nvSpPr>
        <p:spPr>
          <a:xfrm>
            <a:off x="1591734" y="423236"/>
            <a:ext cx="8596668" cy="491572"/>
          </a:xfrm>
        </p:spPr>
        <p:txBody>
          <a:bodyPr>
            <a:normAutofit fontScale="90000"/>
          </a:bodyPr>
          <a:lstStyle/>
          <a:p>
            <a:pPr algn="ctr"/>
            <a:r>
              <a:rPr lang="en-US" dirty="0">
                <a:latin typeface="Arial Black" panose="020B0A04020102020204" pitchFamily="34" charset="0"/>
              </a:rPr>
              <a:t> </a:t>
            </a:r>
            <a:r>
              <a:rPr lang="en-US" dirty="0" smtClean="0">
                <a:latin typeface="Arial Black" panose="020B0A04020102020204" pitchFamily="34" charset="0"/>
              </a:rPr>
              <a:t>Booking Service</a:t>
            </a:r>
            <a:endParaRPr lang="en-US" dirty="0">
              <a:latin typeface="Arial Black" panose="020B0A04020102020204" pitchFamily="34" charset="0"/>
            </a:endParaRPr>
          </a:p>
        </p:txBody>
      </p:sp>
      <p:pic>
        <p:nvPicPr>
          <p:cNvPr id="10" name="Content Placeholder 9"/>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1" b="44426"/>
          <a:stretch/>
        </p:blipFill>
        <p:spPr>
          <a:xfrm>
            <a:off x="1591734" y="1420676"/>
            <a:ext cx="3545935" cy="4379233"/>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189"/>
            <a:ext cx="1390650" cy="1228725"/>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3454" y="1228725"/>
            <a:ext cx="2750487" cy="5530079"/>
          </a:xfrm>
          <a:prstGeom prst="rect">
            <a:avLst/>
          </a:prstGeom>
        </p:spPr>
      </p:pic>
    </p:spTree>
    <p:extLst>
      <p:ext uri="{BB962C8B-B14F-4D97-AF65-F5344CB8AC3E}">
        <p14:creationId xmlns:p14="http://schemas.microsoft.com/office/powerpoint/2010/main" val="35679511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639933-7D9A-4285-0ED4-39D091C6C0E5}"/>
              </a:ext>
            </a:extLst>
          </p:cNvPr>
          <p:cNvSpPr>
            <a:spLocks noGrp="1"/>
          </p:cNvSpPr>
          <p:nvPr>
            <p:ph type="title"/>
          </p:nvPr>
        </p:nvSpPr>
        <p:spPr>
          <a:xfrm>
            <a:off x="1923039" y="-39188"/>
            <a:ext cx="8596668" cy="406400"/>
          </a:xfrm>
        </p:spPr>
        <p:txBody>
          <a:bodyPr>
            <a:normAutofit fontScale="90000"/>
          </a:bodyPr>
          <a:lstStyle/>
          <a:p>
            <a:r>
              <a:rPr lang="en-US" dirty="0"/>
              <a:t> </a:t>
            </a:r>
          </a:p>
        </p:txBody>
      </p:sp>
      <p:pic>
        <p:nvPicPr>
          <p:cNvPr id="9" name="Content Placeholder 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832634" y="1447800"/>
            <a:ext cx="2160270" cy="480060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1506" y="164012"/>
            <a:ext cx="3086100" cy="6684303"/>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68010" y="77163"/>
            <a:ext cx="3086100" cy="6663271"/>
          </a:xfrm>
          <a:prstGeom prst="rect">
            <a:avLst/>
          </a:prstGeom>
        </p:spPr>
      </p:pic>
    </p:spTree>
    <p:extLst>
      <p:ext uri="{BB962C8B-B14F-4D97-AF65-F5344CB8AC3E}">
        <p14:creationId xmlns:p14="http://schemas.microsoft.com/office/powerpoint/2010/main" val="14586574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325" y="-87609"/>
            <a:ext cx="10515600" cy="1325563"/>
          </a:xfrm>
        </p:spPr>
        <p:txBody>
          <a:bodyPr/>
          <a:lstStyle/>
          <a:p>
            <a:pPr algn="ctr"/>
            <a:r>
              <a:rPr lang="en-US" dirty="0" smtClean="0">
                <a:latin typeface="Arial Black" panose="020B0A04020102020204" pitchFamily="34" charset="0"/>
              </a:rPr>
              <a:t>Helping Hand Partner</a:t>
            </a:r>
            <a:endParaRPr lang="en-US" dirty="0">
              <a:latin typeface="Arial Black" panose="020B0A04020102020204" pitchFamily="34"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832634" y="1447800"/>
            <a:ext cx="2160270" cy="4800600"/>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189"/>
            <a:ext cx="1390650" cy="122872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8873" y="940525"/>
            <a:ext cx="3086100" cy="5786846"/>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0649" y="940525"/>
            <a:ext cx="3086100" cy="5786846"/>
          </a:xfrm>
          <a:prstGeom prst="rect">
            <a:avLst/>
          </a:prstGeom>
        </p:spPr>
      </p:pic>
    </p:spTree>
    <p:extLst>
      <p:ext uri="{BB962C8B-B14F-4D97-AF65-F5344CB8AC3E}">
        <p14:creationId xmlns:p14="http://schemas.microsoft.com/office/powerpoint/2010/main" val="35831649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9307CC-B7C2-18E3-61C6-599042990CAA}"/>
              </a:ext>
            </a:extLst>
          </p:cNvPr>
          <p:cNvSpPr>
            <a:spLocks noGrp="1"/>
          </p:cNvSpPr>
          <p:nvPr>
            <p:ph type="title"/>
          </p:nvPr>
        </p:nvSpPr>
        <p:spPr/>
        <p:txBody>
          <a:bodyPr/>
          <a:lstStyle/>
          <a:p>
            <a:pPr algn="ctr"/>
            <a:r>
              <a:rPr lang="en-US" dirty="0"/>
              <a:t>FUTURE SCOPE</a:t>
            </a:r>
          </a:p>
        </p:txBody>
      </p:sp>
      <p:sp>
        <p:nvSpPr>
          <p:cNvPr id="3" name="Content Placeholder 2">
            <a:extLst>
              <a:ext uri="{FF2B5EF4-FFF2-40B4-BE49-F238E27FC236}">
                <a16:creationId xmlns="" xmlns:a16="http://schemas.microsoft.com/office/drawing/2014/main" id="{11497F1B-5760-B03C-4296-B80AA67879DD}"/>
              </a:ext>
            </a:extLst>
          </p:cNvPr>
          <p:cNvSpPr>
            <a:spLocks noGrp="1"/>
          </p:cNvSpPr>
          <p:nvPr>
            <p:ph idx="1"/>
          </p:nvPr>
        </p:nvSpPr>
        <p:spPr>
          <a:xfrm>
            <a:off x="1390650" y="1690978"/>
            <a:ext cx="9897901" cy="4358336"/>
          </a:xfrm>
        </p:spPr>
        <p:txBody>
          <a:bodyPr>
            <a:normAutofit fontScale="70000" lnSpcReduction="20000"/>
          </a:bodyPr>
          <a:lstStyle/>
          <a:p>
            <a:pPr algn="just">
              <a:buFont typeface="Wingdings" pitchFamily="2" charset="2"/>
              <a:buChar char="Ø"/>
            </a:pPr>
            <a:r>
              <a:rPr lang="en-GB" dirty="0"/>
              <a:t>The company should focus that downloading the </a:t>
            </a:r>
            <a:r>
              <a:rPr lang="en-GB" dirty="0" smtClean="0"/>
              <a:t>Helping Hand </a:t>
            </a:r>
            <a:r>
              <a:rPr lang="en-GB" dirty="0"/>
              <a:t>app should be very easy &amp; customer should not have any problem to book the services from the </a:t>
            </a:r>
            <a:r>
              <a:rPr lang="en-GB" dirty="0" smtClean="0"/>
              <a:t>Helping Hand </a:t>
            </a:r>
            <a:r>
              <a:rPr lang="en-GB" dirty="0"/>
              <a:t>app.</a:t>
            </a:r>
          </a:p>
          <a:p>
            <a:pPr algn="just">
              <a:buFont typeface="Wingdings" pitchFamily="2" charset="2"/>
              <a:buChar char="Ø"/>
            </a:pPr>
            <a:r>
              <a:rPr lang="en-GB" dirty="0"/>
              <a:t>After the survey it was also found that the service provider should reach on time to provide services which will make the customer delight . </a:t>
            </a:r>
          </a:p>
          <a:p>
            <a:pPr algn="just">
              <a:buFont typeface="Wingdings" pitchFamily="2" charset="2"/>
              <a:buChar char="Ø"/>
            </a:pPr>
            <a:r>
              <a:rPr lang="en-GB" dirty="0"/>
              <a:t>The </a:t>
            </a:r>
            <a:r>
              <a:rPr lang="en-GB" dirty="0" smtClean="0"/>
              <a:t>Helping Hand </a:t>
            </a:r>
            <a:r>
              <a:rPr lang="en-GB" dirty="0"/>
              <a:t>kit which the service providers use should be having all the accessories required to give customised service to customer.</a:t>
            </a:r>
          </a:p>
          <a:p>
            <a:pPr algn="just">
              <a:buFont typeface="Wingdings" pitchFamily="2" charset="2"/>
              <a:buChar char="Ø"/>
            </a:pPr>
            <a:r>
              <a:rPr lang="en-GB" dirty="0"/>
              <a:t>The hygiene level of the service provider is also very important for the customer; the service provider should be hygiene &amp; should be very professional in the terms of services.</a:t>
            </a:r>
          </a:p>
          <a:p>
            <a:pPr algn="just">
              <a:buFont typeface="Wingdings" pitchFamily="2" charset="2"/>
              <a:buChar char="Ø"/>
            </a:pPr>
            <a:r>
              <a:rPr lang="en-GB" dirty="0" smtClean="0">
                <a:latin typeface="Trebuchet MS (Body)"/>
              </a:rPr>
              <a:t>Helping Hand</a:t>
            </a:r>
            <a:r>
              <a:rPr lang="en-GB" b="0" i="0" dirty="0" smtClean="0">
                <a:effectLst/>
                <a:latin typeface="Trebuchet MS (Body)"/>
              </a:rPr>
              <a:t> </a:t>
            </a:r>
            <a:r>
              <a:rPr lang="en-GB" b="0" i="0" dirty="0">
                <a:effectLst/>
                <a:latin typeface="Trebuchet MS (Body)"/>
              </a:rPr>
              <a:t>is now planning to add beauty products to its at-home service business model. </a:t>
            </a:r>
            <a:r>
              <a:rPr lang="en-GB" b="0" i="0" dirty="0" smtClean="0">
                <a:effectLst/>
                <a:latin typeface="Trebuchet MS (Body)"/>
              </a:rPr>
              <a:t>Helping Hand </a:t>
            </a:r>
            <a:r>
              <a:rPr lang="en-GB" b="0" i="0" dirty="0">
                <a:effectLst/>
                <a:latin typeface="Trebuchet MS (Body)"/>
              </a:rPr>
              <a:t>is considering selling quality products to its customer to augment its beauty segment.</a:t>
            </a:r>
            <a:endParaRPr lang="en-GB" dirty="0">
              <a:latin typeface="Trebuchet MS (Body)"/>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63"/>
            <a:ext cx="1390650" cy="1228725"/>
          </a:xfrm>
          <a:prstGeom prst="rect">
            <a:avLst/>
          </a:prstGeom>
        </p:spPr>
      </p:pic>
    </p:spTree>
    <p:extLst>
      <p:ext uri="{BB962C8B-B14F-4D97-AF65-F5344CB8AC3E}">
        <p14:creationId xmlns:p14="http://schemas.microsoft.com/office/powerpoint/2010/main" val="26284385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20F179-20B2-DFC3-8BEB-DD308F32DC18}"/>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 xmlns:a16="http://schemas.microsoft.com/office/drawing/2014/main" id="{E13E0621-DE13-9B11-8A7B-840482CA9875}"/>
              </a:ext>
            </a:extLst>
          </p:cNvPr>
          <p:cNvSpPr>
            <a:spLocks noGrp="1"/>
          </p:cNvSpPr>
          <p:nvPr>
            <p:ph idx="1"/>
          </p:nvPr>
        </p:nvSpPr>
        <p:spPr>
          <a:xfrm>
            <a:off x="1390650" y="1648572"/>
            <a:ext cx="9805136" cy="4384840"/>
          </a:xfrm>
        </p:spPr>
        <p:txBody>
          <a:bodyPr>
            <a:normAutofit fontScale="70000" lnSpcReduction="20000"/>
          </a:bodyPr>
          <a:lstStyle/>
          <a:p>
            <a:pPr algn="just">
              <a:buFont typeface="Wingdings" pitchFamily="2" charset="2"/>
              <a:buChar char="Ø"/>
            </a:pPr>
            <a:r>
              <a:rPr lang="en-GB" dirty="0"/>
              <a:t>As on the basis of above data analysis it has been proven that there is a significant relationship between customer’s expectations and satisfaction with the provided beauty services. As per the survey, it is found that more people respondents are satisfied with the </a:t>
            </a:r>
            <a:r>
              <a:rPr lang="en-GB" dirty="0" smtClean="0"/>
              <a:t>Helping Hand </a:t>
            </a:r>
            <a:r>
              <a:rPr lang="en-GB" dirty="0"/>
              <a:t>services. However to improve more and give better services to their customer, </a:t>
            </a:r>
            <a:r>
              <a:rPr lang="en-GB" dirty="0" smtClean="0"/>
              <a:t>Helping Hand </a:t>
            </a:r>
            <a:r>
              <a:rPr lang="en-GB" dirty="0"/>
              <a:t>can focus on few points such as..</a:t>
            </a:r>
          </a:p>
          <a:p>
            <a:pPr algn="just">
              <a:buFont typeface="Wingdings" pitchFamily="2" charset="2"/>
              <a:buChar char="Ø"/>
            </a:pPr>
            <a:r>
              <a:rPr lang="en-GB" dirty="0"/>
              <a:t>The company should focus that downloading the </a:t>
            </a:r>
            <a:r>
              <a:rPr lang="en-GB" dirty="0" smtClean="0"/>
              <a:t>Helping Hand </a:t>
            </a:r>
            <a:r>
              <a:rPr lang="en-GB" dirty="0"/>
              <a:t>app should be very easy &amp; customer should not have any problem to book the services from the </a:t>
            </a:r>
            <a:r>
              <a:rPr lang="en-GB" dirty="0" smtClean="0"/>
              <a:t>Helping Hand </a:t>
            </a:r>
            <a:r>
              <a:rPr lang="en-GB" dirty="0"/>
              <a:t>app.</a:t>
            </a:r>
          </a:p>
          <a:p>
            <a:pPr algn="just">
              <a:buFont typeface="Wingdings" pitchFamily="2" charset="2"/>
              <a:buChar char="Ø"/>
            </a:pPr>
            <a:r>
              <a:rPr lang="en-GB" dirty="0"/>
              <a:t>The </a:t>
            </a:r>
            <a:r>
              <a:rPr lang="en-GB" dirty="0" smtClean="0"/>
              <a:t>Helping Hand </a:t>
            </a:r>
            <a:r>
              <a:rPr lang="en-GB" dirty="0"/>
              <a:t>representative should have the complete &amp; proper information about the services and products which he/she is giving to customer.</a:t>
            </a:r>
          </a:p>
          <a:p>
            <a:pPr algn="just">
              <a:buFont typeface="Wingdings" pitchFamily="2" charset="2"/>
              <a:buChar char="Ø"/>
            </a:pPr>
            <a:r>
              <a:rPr lang="en-GB" dirty="0"/>
              <a:t>The company should take proper feedback from customer after providing services which also shows professionalism. </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9259784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3D210D-3D8D-7EE3-C250-52DAAFEDBD2F}"/>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 xmlns:a16="http://schemas.microsoft.com/office/drawing/2014/main" id="{ABC97467-0CDE-E014-5F56-CCDE85D0C396}"/>
              </a:ext>
            </a:extLst>
          </p:cNvPr>
          <p:cNvSpPr>
            <a:spLocks noGrp="1"/>
          </p:cNvSpPr>
          <p:nvPr>
            <p:ph idx="1"/>
          </p:nvPr>
        </p:nvSpPr>
        <p:spPr/>
        <p:txBody>
          <a:bodyPr/>
          <a:lstStyle/>
          <a:p>
            <a:pPr>
              <a:buFont typeface="Wingdings" pitchFamily="2" charset="2"/>
              <a:buChar char="Ø"/>
            </a:pPr>
            <a:r>
              <a:rPr lang="en-US" dirty="0"/>
              <a:t>Urban Company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42177490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7EA9AC-F0CF-B847-14A0-FBB559F48B76}"/>
              </a:ext>
            </a:extLst>
          </p:cNvPr>
          <p:cNvSpPr>
            <a:spLocks noGrp="1"/>
          </p:cNvSpPr>
          <p:nvPr>
            <p:ph type="title"/>
          </p:nvPr>
        </p:nvSpPr>
        <p:spPr>
          <a:xfrm>
            <a:off x="1313439" y="2054085"/>
            <a:ext cx="8596668" cy="2451653"/>
          </a:xfrm>
        </p:spPr>
        <p:txBody>
          <a:bodyPr>
            <a:normAutofit/>
          </a:bodyPr>
          <a:lstStyle/>
          <a:p>
            <a:pPr algn="ctr"/>
            <a:r>
              <a:rPr lang="en-US" sz="7200" dirty="0"/>
              <a:t>THANK YOU !</a:t>
            </a:r>
          </a:p>
        </p:txBody>
      </p:sp>
      <p:sp>
        <p:nvSpPr>
          <p:cNvPr id="3" name="Content Placeholder 2">
            <a:extLst>
              <a:ext uri="{FF2B5EF4-FFF2-40B4-BE49-F238E27FC236}">
                <a16:creationId xmlns="" xmlns:a16="http://schemas.microsoft.com/office/drawing/2014/main" id="{5AC6F500-4B6D-6DB2-A5F5-C9A339332340}"/>
              </a:ext>
            </a:extLst>
          </p:cNvPr>
          <p:cNvSpPr>
            <a:spLocks noGrp="1"/>
          </p:cNvSpPr>
          <p:nvPr>
            <p:ph idx="1"/>
          </p:nvPr>
        </p:nvSpPr>
        <p:spPr>
          <a:xfrm>
            <a:off x="1480416" y="5083534"/>
            <a:ext cx="8596668" cy="965779"/>
          </a:xfrm>
        </p:spPr>
        <p:txBody>
          <a:bodyPr>
            <a:normAutofit/>
          </a:bodyPr>
          <a:lstStyle/>
          <a:p>
            <a:r>
              <a:rPr lang="en-US" b="1" dirty="0">
                <a:solidFill>
                  <a:schemeClr val="accent4"/>
                </a:solidFill>
              </a:rPr>
              <a:t>Do you have any suggestion for us ?</a:t>
            </a:r>
            <a:r>
              <a:rPr lang="en-US" dirty="0"/>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90650" cy="1228725"/>
          </a:xfrm>
          <a:prstGeom prst="rect">
            <a:avLst/>
          </a:prstGeom>
        </p:spPr>
      </p:pic>
    </p:spTree>
    <p:extLst>
      <p:ext uri="{BB962C8B-B14F-4D97-AF65-F5344CB8AC3E}">
        <p14:creationId xmlns:p14="http://schemas.microsoft.com/office/powerpoint/2010/main" val="180078334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585</TotalTime>
  <Words>653</Words>
  <Application>Microsoft Office PowerPoint</Application>
  <PresentationFormat>Custom</PresentationFormat>
  <Paragraphs>81</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Solstice</vt:lpstr>
      <vt:lpstr>Helping Hands</vt:lpstr>
      <vt:lpstr>INDEX</vt:lpstr>
      <vt:lpstr>INTRODUCTION</vt:lpstr>
      <vt:lpstr> </vt:lpstr>
      <vt:lpstr>PROJECT OBJECTIVE</vt:lpstr>
      <vt:lpstr>TECHNOLOGY</vt:lpstr>
      <vt:lpstr>DashBoard</vt:lpstr>
      <vt:lpstr> Category</vt:lpstr>
      <vt:lpstr> </vt:lpstr>
      <vt:lpstr> Sub Category List</vt:lpstr>
      <vt:lpstr> </vt:lpstr>
      <vt:lpstr> Child Category</vt:lpstr>
      <vt:lpstr> </vt:lpstr>
      <vt:lpstr> </vt:lpstr>
      <vt:lpstr> </vt:lpstr>
      <vt:lpstr> </vt:lpstr>
      <vt:lpstr>Banner List</vt:lpstr>
      <vt:lpstr> Partner List</vt:lpstr>
      <vt:lpstr> Order List</vt:lpstr>
      <vt:lpstr> Customer List</vt:lpstr>
      <vt:lpstr> Partner Service List</vt:lpstr>
      <vt:lpstr> Helping Hand Apk</vt:lpstr>
      <vt:lpstr> </vt:lpstr>
      <vt:lpstr> </vt:lpstr>
      <vt:lpstr> Booking Service</vt:lpstr>
      <vt:lpstr> </vt:lpstr>
      <vt:lpstr>Helping Hand Partner</vt:lpstr>
      <vt:lpstr>FUTURE SCOPE</vt:lpstr>
      <vt:lpstr>CONCLUSION</vt:lpstr>
      <vt:lpstr>REFERENCES</vt:lpstr>
      <vt:lpstr>THANK YOU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NEWTECH</dc:title>
  <dc:creator>SHIVAM GANGWAR</dc:creator>
  <cp:lastModifiedBy>ppp</cp:lastModifiedBy>
  <cp:revision>41</cp:revision>
  <dcterms:created xsi:type="dcterms:W3CDTF">2022-11-25T17:08:07Z</dcterms:created>
  <dcterms:modified xsi:type="dcterms:W3CDTF">2023-04-29T09:22:22Z</dcterms:modified>
</cp:coreProperties>
</file>